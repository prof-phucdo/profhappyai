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6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1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8A2AB-B9B9-4E53-ABBA-116793A565F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76965E-968C-44AE-80D5-A9EDDC28C32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8B72B-B8C3-4B2A-A634-1CE4FA13799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Prof. Happy AI,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E943E-2B52-4D13-BF0E-A3FC023B187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Prof. Happy AI,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15B4-2683-4321-9812-A89B9C109F4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Prof. Happy AI,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BC431-CE49-44F4-A031-77B9B3D9210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Prof. Happy AI,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3E3-EBF8-4852-AB1B-8A56929C53AC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Prof. Happy AI, 2026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12E17-C011-4FCE-BDEB-E38204139337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B050"/>
                </a:solidFill>
              </a:defRPr>
            </a:lvl1pPr>
          </a:lstStyle>
          <a:p>
            <a:r>
              <a:rPr lang="en-US" dirty="0" smtClean="0"/>
              <a:t>Prepared by Prof. Happy AI, 2026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73E67-253A-4EF4-9117-B04177DE0FB2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Prof. Happy AI, 2026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B07E8-86E6-4E8A-8144-F5751BF7C09A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Prof. Happy AI,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6D906-FB80-4E29-B3E7-509806069D30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Prof. Happy AI, 2026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9FBD7-90E0-45FB-8594-7F319B14A23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Prof. Happy AI,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7C425-1032-498E-B66B-1EA6991CBE7F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 Prof. Happy AI,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86722-FE28-417D-A727-6E5C5657046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Prepared by Prof. Happy AI, 2026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C23ED-372D-49AA-A4CD-4715893755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Khám phá và biểu diễn trực quan cơ </a:t>
            </a:r>
            <a:r>
              <a:rPr lang="en-US" b="1" dirty="0" smtClean="0">
                <a:solidFill>
                  <a:srgbClr val="FF0000"/>
                </a:solidFill>
              </a:rPr>
              <a:t>sở Toán học trong Luận án Tiến Sĩ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Prepared by Prof. Happy AI, 2026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D674B-D1E6-4590-B378-DB8687F98B20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  <p:graphicFrame>
        <p:nvGraphicFramePr>
          <p:cNvPr id="7" name="Content Placeholder 6"/>
          <p:cNvGraphicFramePr/>
          <p:nvPr>
            <p:ph idx="1"/>
          </p:nvPr>
        </p:nvGraphicFramePr>
        <p:xfrm>
          <a:off x="4195085" y="1825625"/>
          <a:ext cx="3801830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4152900" imgH="4752975" progId="Paint.Picture">
                  <p:embed/>
                </p:oleObj>
              </mc:Choice>
              <mc:Fallback>
                <p:oleObj name="" r:id="rId1" imgW="4152900" imgH="4752975" progId="Paint.Picture">
                  <p:embed/>
                  <p:pic>
                    <p:nvPicPr>
                      <p:cNvPr id="0" name="Picture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195085" y="1825625"/>
                        <a:ext cx="3801830" cy="435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7996555" y="1928495"/>
            <a:ext cx="4081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00B050"/>
                </a:solidFill>
              </a:rPr>
              <a:t>Used with permission from A. Prof. Hoa</a:t>
            </a:r>
            <a:endParaRPr 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Khám phá quan hệ giữa các bài toán trong LATS và các công cụ toán học NCS sử dụng để giải bài toán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b="1" smtClean="0">
                <a:solidFill>
                  <a:srgbClr val="FF0000"/>
                </a:solidFill>
              </a:rPr>
              <a:t>Prepared by Prof. Happy AI, 2026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FD661-1491-44E4-945D-43C0663603BA}" type="datetime1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  <p:graphicFrame>
        <p:nvGraphicFramePr>
          <p:cNvPr id="6" name="Content Placeholder 5"/>
          <p:cNvGraphicFramePr/>
          <p:nvPr>
            <p:ph idx="1"/>
          </p:nvPr>
        </p:nvGraphicFramePr>
        <p:xfrm>
          <a:off x="2276768" y="1816100"/>
          <a:ext cx="7639733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10953750" imgH="6238875" progId="Paint.Picture">
                  <p:embed/>
                </p:oleObj>
              </mc:Choice>
              <mc:Fallback>
                <p:oleObj name="" r:id="rId1" imgW="10953750" imgH="6238875" progId="Paint.Picture">
                  <p:embed/>
                  <p:pic>
                    <p:nvPicPr>
                      <p:cNvPr id="0" name="Picture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76768" y="1816100"/>
                        <a:ext cx="7639733" cy="4351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Bảng tổng hợp: Bài toán ↔ Công cụ ↔ Toán học nền tảng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Prepared by Prof. Happy AI, 2026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319E2-79A5-46F3-B0C5-48C98C18B6DB}" type="datetime1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C23ED-372D-49AA-A4CD-47158937559E}" type="slidenum">
              <a:rPr lang="en-US" smtClean="0"/>
            </a:fld>
            <a:endParaRPr lang="en-US"/>
          </a:p>
        </p:txBody>
      </p:sp>
      <p:graphicFrame>
        <p:nvGraphicFramePr>
          <p:cNvPr id="7" name="Content Placeholder 6"/>
          <p:cNvGraphicFramePr/>
          <p:nvPr>
            <p:ph idx="1"/>
          </p:nvPr>
        </p:nvGraphicFramePr>
        <p:xfrm>
          <a:off x="3023870" y="1690370"/>
          <a:ext cx="5506085" cy="4509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" imgW="5981700" imgH="5800725" progId="Paint.Picture">
                  <p:embed/>
                </p:oleObj>
              </mc:Choice>
              <mc:Fallback>
                <p:oleObj name="" r:id="rId1" imgW="5981700" imgH="5800725" progId="Paint.Picture">
                  <p:embed/>
                  <p:pic>
                    <p:nvPicPr>
                      <p:cNvPr id="0" name="Picture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23870" y="1690370"/>
                        <a:ext cx="5506085" cy="45091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</Words>
  <Application>WPS Presentation</Application>
  <PresentationFormat>Widescreen</PresentationFormat>
  <Paragraphs>26</Paragraphs>
  <Slides>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SimSun</vt:lpstr>
      <vt:lpstr>Wingdings</vt:lpstr>
      <vt:lpstr>Calibri Light</vt:lpstr>
      <vt:lpstr>Calibri</vt:lpstr>
      <vt:lpstr>Microsoft YaHei</vt:lpstr>
      <vt:lpstr/>
      <vt:lpstr>Arial Unicode MS</vt:lpstr>
      <vt:lpstr>Segoe Print</vt:lpstr>
      <vt:lpstr>Office Theme</vt:lpstr>
      <vt:lpstr>Paint.Picture</vt:lpstr>
      <vt:lpstr>Paint.Picture</vt:lpstr>
      <vt:lpstr>Paint.Picture</vt:lpstr>
      <vt:lpstr>Khám phá cơ sở Toán học trong LA Tiến Sỹ</vt:lpstr>
      <vt:lpstr>Khám phá quan hệ giữa các bài toán trong LATS và các công cụ toán học NCS sử dụng để giải bài toán</vt:lpstr>
      <vt:lpstr>Bảng tổng hợp: Bài toán ↔ Công cụ ↔ Toán học nền tảng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Khám phá Cơ sở Toán học trong LA Tiến Sỹ</dc:title>
  <dc:creator>PC</dc:creator>
  <cp:lastModifiedBy>PC</cp:lastModifiedBy>
  <cp:revision>7</cp:revision>
  <dcterms:created xsi:type="dcterms:W3CDTF">2026-04-27T10:10:00Z</dcterms:created>
  <dcterms:modified xsi:type="dcterms:W3CDTF">2026-04-28T01:49:35Z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1033-11.2.0.9052</vt:lpwstr>
  </property>
</Properties>
</file>